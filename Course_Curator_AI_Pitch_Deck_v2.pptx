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6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6856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0515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COURSE CURATOR AI
</a:t>
            </a:r>
            <a:r>
              <a:rPr lang="en-US" sz="1800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Dynamic, Personalized Syllabus Curation from Video Lectures
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Next-Gen E-Learning Platform targeting the VARK Learning Styles Model
</a:t>
            </a:r>
            <a:r>
              <a:rPr lang="en-US" sz="1300" i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100" b="1" i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FOR THE FUTURE</a:t>
            </a:r>
            <a:r>
              <a:rPr lang="en-US" sz="1100" b="1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1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Interactive AI Demo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E-Learning Engagement Gap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15147" y="1537546"/>
            <a:ext cx="4362026" cy="3024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Passive Learning Exhaustion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Hours of raw, unstructured video lectures cause student burnout.
• No way to quickly search, revise key concepts, or map out dependencies.
• High drop-out rates in online courses due to monolithic timeline video players.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54880" y="1537546"/>
            <a:ext cx="4273973" cy="2919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One-Size-Fits-All Approach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absorb information differently (Visual, Auditory, Read-Write, Kinesthetic).
• Traditional platforms only present the raw video feed, neglecting active revision.
• No automated self-assessment or concept validation, preventing personalized mastery.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Solution: Course Curator AI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Syllabus Parser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any educational video URL into logical, structured course modules and sequential topic nodes.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23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Concept Path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Visualizes prereqs and concept flows, letting students chart their learning paths organically.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66160"/>
            <a:ext cx="91440" cy="8229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566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Learning Profiles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client telemetry tracks student interactions and dynamically adapts the UI tabs layout.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Dynamic VARK Personalization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monitors background user interactions to dynamically customize tab layouts, supporting diverse cognitive preferences: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7453" y="1554480"/>
            <a:ext cx="1976121" cy="25831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1228" y="1645920"/>
            <a:ext cx="1842346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👁️ Visual
</a:t>
            </a: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
Mindmap/Flowchart use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visual mindmaps and step-by-step logic workflows.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3840" y="1530773"/>
            <a:ext cx="1976121" cy="26043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83840" y="1554480"/>
            <a:ext cx="1976121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🔊 Auditory
</a:t>
            </a: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
Video pauses &amp; rewinds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full detailed video chapters with seeking and audio.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2428" y="1540935"/>
            <a:ext cx="2086187" cy="260434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40868" y="1645920"/>
            <a:ext cx="1735666" cy="27431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📝 Read-Write
</a:t>
            </a: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
Reading summaries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bulleted insights and in-depth structured concept overviews.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83873" y="1495637"/>
            <a:ext cx="1708573" cy="2617893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9"/>
          <p:cNvSpPr/>
          <p:nvPr/>
        </p:nvSpPr>
        <p:spPr>
          <a:xfrm>
            <a:off x="7372775" y="1463039"/>
            <a:ext cx="1708573" cy="26178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Kinesthetic
</a:t>
            </a:r>
            <a:r>
              <a:rPr lang="en-US" sz="1000" b="1" dirty="0">
                <a:solidFill>
                  <a:srgbClr val="00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
Quick quiz interactions
</a:t>
            </a: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interactive quizzes and immediate application modules first.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Video Chapters &amp; Interactive Seek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Automated transcription fetches video subtitles, feeding it to Gemini 3.5 Flash.
• Partitions video timeline into structured milestones with comprehensive conceptual details.
• Interactive seek button: Click any timestamp to immediately control and sync the video player.
• Rich local fallback databases guarantee detailed data structures course information is always offline-available.</a:t>
            </a:r>
            <a:endParaRPr lang="en-US" sz="1200" dirty="0"/>
          </a:p>
        </p:txBody>
      </p:sp>
      <p:pic>
        <p:nvPicPr>
          <p:cNvPr id="4" name="Image 0" descr="C:\Users\manas\.gemini\antigravity\brain\64d2ed79-a9fb-4458-8159-c3a1ec7206d8\artifacts\stack_transcript_chap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6373" y="1605280"/>
            <a:ext cx="3257973" cy="249935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855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Syllabus Path &amp; Mindmap Visualizations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11481" y="1165014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nodes display dependencies, lock states, and completion ticks.
• Real-time updates sync topic nodes with progress metrics and quiz state.
• Direct concept links: Click any node to instantly populate mindmaps and flowcharts in the panel.
• High contrast "Spiritual Crimson" light theme and customized dark mode layouts support long study sessions.</a:t>
            </a:r>
            <a:endParaRPr lang="en-US" sz="1200" dirty="0"/>
          </a:p>
        </p:txBody>
      </p:sp>
      <p:pic>
        <p:nvPicPr>
          <p:cNvPr id="4" name="Image 0" descr="C:\Users\manas\.gemini\antigravity\brain\64d2ed79-a9fb-4458-8159-c3a1ec7206d8\artifacts\dsa_curated_course_17807284080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8054" y="1341120"/>
            <a:ext cx="3725334" cy="24587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Technical Architecture &amp; 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App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 18, Zustand state, Tailwind CSS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Integration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3.5 Flash Model (Curator &amp; Chapter Analyzer)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6517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Metadata Retrieval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API &amp; youtube-transcript scraper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38328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UI Components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Canvas Renderers (Mindmap &amp; Flowcharts), custom HTML5 Video Player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Database / Sync
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Database Integration &amp; Progress tracking API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C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6459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Let’s curate a more active, personalized, and efficient e-learning landscape.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Curator AI  |  Built for the BESCOM Hackathon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551</Words>
  <Application>Microsoft Office PowerPoint</Application>
  <PresentationFormat>On-screen Show (16:9)</PresentationFormat>
  <Paragraphs>35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manasa mylaram</cp:lastModifiedBy>
  <cp:revision>2</cp:revision>
  <dcterms:created xsi:type="dcterms:W3CDTF">2026-06-06T07:40:54Z</dcterms:created>
  <dcterms:modified xsi:type="dcterms:W3CDTF">2026-06-06T07:46:02Z</dcterms:modified>
</cp:coreProperties>
</file>