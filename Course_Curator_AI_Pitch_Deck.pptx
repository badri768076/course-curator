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CURATOR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Personalized Syllabus Curation from Video Lectures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Next-Gen E-Learning Platform targeting the VARK Learning Styles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 Deck  |  Interactive AI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E-Learning Engagement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Passive Learning Exhaustion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Hours of raw, unstructured video lectures cause student burnout.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way to quickly search, revise key concepts, or map out dependencies.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drop-out rates in online courses due to monolithic timeline video players.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One-Size-Fits-All Approach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0" y="182880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absorb information differently (Visual, Auditory, Read-Write, Kinesthetic).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Traditional platforms only present the raw video feed, neglecting active revision.</a:t>
            </a:r>
            <a:endParaRPr lang="en-US" sz="13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automated self-assessment or concept validation, preventing personalized mastery.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Course Curator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91440" cy="8229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Syllabus Parser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any educational video URL into logical, structured course modules and sequential topic nodes.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91440" cy="8229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23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Concept Path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prereqs and concept flows, letting students chart their learning paths organically.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91440" cy="8229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566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Learning Profiles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client telemetry tracks student interactions and dynamically adapts the UI tabs layout.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VARK Personalization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monitors background user interactions to dynamically customize tab layouts, supporting diverse cognitive preferences: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👁️ Visual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Mindmap/Flowchart use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visual mindmaps and step-by-step logic workflows.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46888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🔊 Auditory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pauses &amp; rewinds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full detailed video chapters with seeking and audio.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246888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Read-Write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22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summaries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bulleted insights and in-depth structured concept overviews.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0" y="1645920"/>
            <a:ext cx="246888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Kinesthetic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2396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 interactions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interactive quizzes and immediate application modules first.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Video Chapters &amp; Interactive Seek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transcription fetches video subtitles, feeding it to Gemini 3.5 Flash.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Partitions video timeline into structured milestones with comprehensive conceptual details.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seek button: Click any timestamp to immediately control and sync the video player.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Rich local fallback databases guarantee detailed data structures course information is always offline-available.</a:t>
            </a:r>
            <a:endParaRPr lang="en-US" sz="1200" dirty="0"/>
          </a:p>
        </p:txBody>
      </p:sp>
      <p:pic>
        <p:nvPicPr>
          <p:cNvPr id="4" name="Image 0" descr="C:\Users\manas\.gemini\antigravity\brain\64d2ed79-a9fb-4458-8159-c3a1ec7206d8\artifacts\stack_transcript_chap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80160"/>
            <a:ext cx="5486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Syllabus Path &amp; Mindmap Visualizations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 nodes display dependencies, lock states, and completion ticks.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updates sync topic nodes with progress metrics and quiz state.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concept links: Click any node to instantly populate mindmaps and flowcharts in the panel.</a:t>
            </a:r>
            <a:endParaRPr lang="en-US" sz="1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contrast "Spiritual Crimson" light theme and customized dark mode layouts support long study sessions.</a:t>
            </a:r>
            <a:endParaRPr lang="en-US" sz="1200" dirty="0"/>
          </a:p>
        </p:txBody>
      </p:sp>
      <p:pic>
        <p:nvPicPr>
          <p:cNvPr id="4" name="Image 0" descr="C:\Users\manas\.gemini\antigravity\brain\64d2ed79-a9fb-4458-8159-c3a1ec7206d8\artifacts\dsa_curated_course_17807284080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80160"/>
            <a:ext cx="5486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 &amp; 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App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React 18, Zustand state, Tailwind CSS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Integration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3.5 Flash Model (Curator &amp; Chapter Analyzer)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 Retrieval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&amp; youtube-transcript scraper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UI Components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Canvas Renderers (Mindmap &amp; Flowcharts), custom HTML5 Video Player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/ Sync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Database Integration &amp; Progress tracking API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curate a more active, personalized, and efficient e-learning landscape.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Curator AI  |  Built for the BESCOM Hackathon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2026-06-06T07:37:51Z</dcterms:created>
  <dcterms:modified xsi:type="dcterms:W3CDTF">2026-06-06T07:37:51Z</dcterms:modified>
</cp:coreProperties>
</file>